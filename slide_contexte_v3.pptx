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03504"/>
            <a:ext cx="8412480" cy="228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955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011680" y="868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ruptures de médicaments déclarées en France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2017 et 2023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0" y="86868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DREES, mars 2025</a:t>
            </a:r>
            <a:endParaRPr lang="en-US" sz="80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ANSM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51760" cy="1417320"/>
          </a:xfrm>
          <a:prstGeom prst="rect">
            <a:avLst/>
          </a:prstGeom>
          <a:solidFill>
            <a:srgbClr val="F8FAF9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4 925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de ruptures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 en 2023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 vs 2022  ·  ANSM, janv. 2024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651760" cy="1417320"/>
          </a:xfrm>
          <a:prstGeom prst="rect">
            <a:avLst/>
          </a:prstGeom>
          <a:solidFill>
            <a:srgbClr val="D4EDE1"/>
          </a:solidFill>
          <a:ln w="1905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 simultanément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rupture — hiver 2022-2023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907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historique  ·  DREES/ANSM, 2025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51760" cy="1417320"/>
          </a:xfrm>
          <a:prstGeom prst="rect">
            <a:avLst/>
          </a:prstGeom>
          <a:solidFill>
            <a:srgbClr val="F8FAF9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385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4871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Français ont vécu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pénurie en 2023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29077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 vs 2021  ·  France Assos Santé, 2023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502920"/>
          </a:xfrm>
          <a:prstGeom prst="rect">
            <a:avLst/>
          </a:prstGeom>
          <a:solidFill>
            <a:srgbClr val="F8FAF9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65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2021 → 2023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46557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2 160 déclarations (2021)  →  3 761 (2022)  →  4 925 (2023)  →  3 848 (2024, début de repli)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730752"/>
            <a:ext cx="6035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ANSM / DREES 2025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621792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4164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direct sur les patients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Maladies chroniques (psoriasis, diabète, cancer)  ·  Traitements impossibles à substituer  ·  Crises aggravées (Covid-19, grippe hivernale)  ·  Délais chirurgicaux allongés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D4EDE1"/>
          </a:solidFill>
          <a:ln w="9525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183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 française 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4718304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Grossiste répartiteur obligatoire par loi → maillon unique → point de défaillance concentré → toutes les pharmacies desservies impactées simultanément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2026-06-15T22:50:58Z</dcterms:created>
  <dcterms:modified xsi:type="dcterms:W3CDTF">2026-06-15T22:50:58Z</dcterms:modified>
</cp:coreProperties>
</file>